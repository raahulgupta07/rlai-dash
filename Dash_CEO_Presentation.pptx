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Self-Learning</c:v>
                  </c:pt>
                  <c:pt idx="1">
                    <c:v>Agent Intelligence</c:v>
                  </c:pt>
                  <c:pt idx="2">
                    <c:v>Data Ingestion</c:v>
                  </c:pt>
                  <c:pt idx="3">
                    <c:v>Frontend / UX</c:v>
                  </c:pt>
                  <c:pt idx="4">
                    <c:v>Dashboards &amp; Export</c:v>
                  </c:pt>
                  <c:pt idx="5">
                    <c:v>Security &amp; Ops</c:v>
                  </c:pt>
                  <c:pt idx="6">
                    <c:v>Workflows &amp; Evals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13</c:v>
                </c:pt>
                <c:pt idx="2">
                  <c:v>11</c:v>
                </c:pt>
                <c:pt idx="3">
                  <c:v>12</c:v>
                </c:pt>
                <c:pt idx="4">
                  <c:v>9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6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6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62152"/>
          </a:solidFill>
          <a:ln w="12700">
            <a:solidFill>
              <a:srgbClr val="162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731520"/>
            <a:ext cx="3474720" cy="34747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Self-Learning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i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Data Agent Platform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457200" y="3429000"/>
            <a:ext cx="822960" cy="36576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611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for databases. Each project is an isolated, self-training, self-correcting analyst — built on a 6-layer intelligence stack inspired by OpenAI's in-house data agent.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Briefing  </a:t>
            </a:r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Production Release  ·  Q2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Dash,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multi-tenant platform with self-learning built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29968" cy="2377440"/>
          </a:xfrm>
          <a:prstGeom prst="rect">
            <a:avLst/>
          </a:prstGeom>
          <a:solidFill>
            <a:srgbClr val="162152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029968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21680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94360" y="35204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tables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8221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intelligence stack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96896" y="1828800"/>
            <a:ext cx="2029968" cy="2377440"/>
          </a:xfrm>
          <a:prstGeom prst="rect">
            <a:avLst/>
          </a:prstGeom>
          <a:solidFill>
            <a:srgbClr val="162152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96896" y="1828800"/>
            <a:ext cx="2029968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25496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138" y="216804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6896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4800" dirty="0"/>
          </a:p>
        </p:txBody>
      </p:sp>
      <p:sp>
        <p:nvSpPr>
          <p:cNvPr id="17" name="Text 13"/>
          <p:cNvSpPr/>
          <p:nvPr/>
        </p:nvSpPr>
        <p:spPr>
          <a:xfrm>
            <a:off x="2734056" y="35204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features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34056" y="38221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and hardened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36592" y="1828800"/>
            <a:ext cx="2029968" cy="2377440"/>
          </a:xfrm>
          <a:prstGeom prst="rect">
            <a:avLst/>
          </a:prstGeom>
          <a:solidFill>
            <a:srgbClr val="162152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36592" y="1828800"/>
            <a:ext cx="2029968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65192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834" y="2168042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36592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24" name="Text 19"/>
          <p:cNvSpPr/>
          <p:nvPr/>
        </p:nvSpPr>
        <p:spPr>
          <a:xfrm>
            <a:off x="4873752" y="35204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 ingested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873752" y="38221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documents, unified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76288" y="1828800"/>
            <a:ext cx="2029968" cy="2377440"/>
          </a:xfrm>
          <a:prstGeom prst="rect">
            <a:avLst/>
          </a:prstGeom>
          <a:solidFill>
            <a:srgbClr val="162152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76288" y="1828800"/>
            <a:ext cx="2029968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104888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530" y="2168042"/>
            <a:ext cx="281635" cy="28163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76288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800" dirty="0"/>
          </a:p>
        </p:txBody>
      </p:sp>
      <p:sp>
        <p:nvSpPr>
          <p:cNvPr id="31" name="Text 25"/>
          <p:cNvSpPr/>
          <p:nvPr/>
        </p:nvSpPr>
        <p:spPr>
          <a:xfrm>
            <a:off x="7013448" y="35204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013448" y="382219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PgBouncer-engineered scale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trains the next one. Every project carries its own brain.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data is trapped behind a narrow pipe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are the bottleneck. LLMs alone aren't enough. Generic copilots hallucinate because they don't understand the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54864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1781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Analysts are the bottleneck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routes through a small team of SQL experts. Business waits days for answers. Context-switching destroys productivity.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783080"/>
            <a:ext cx="2697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783080"/>
            <a:ext cx="2697480" cy="54864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2057400"/>
            <a:ext cx="548640" cy="54864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217810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LLMs hallucinate on data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66160" y="32918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schema, grain, joins, freshness and domain rules, models invent columns, misread cardinality, and produce confidently wrong numbers.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783080"/>
            <a:ext cx="2697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783080"/>
            <a:ext cx="2697480" cy="54864"/>
          </a:xfrm>
          <a:prstGeom prst="rect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17810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743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don't learn from use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32918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is repeated. Every insight is lost. There is no compounding intelligence — no institutional memory of what 'good' looks like.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data-driven decisions happen in hours or days, not seconds — and the same mistakes get made again next quarter.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Dash: a data agent for every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840480" cy="7315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your data. Dash auto-trains an analyst that understands your schema, your rules, your language — and gets smarter every single day.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26280" y="155448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691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79222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0" y="16276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by design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8836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= own Postgres schema, vectors, agents, and persona. Zero data bleed.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26280" y="234086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2340864"/>
            <a:ext cx="54864" cy="713232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09160" y="2478024"/>
            <a:ext cx="457200" cy="45720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57860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24140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automatically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303520" y="2670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11-step Codex-enriched pipeline runs on every upload. No humans needed in the loop.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26280" y="31272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26280" y="3127248"/>
            <a:ext cx="54864" cy="713232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09160" y="3264408"/>
            <a:ext cx="457200" cy="45720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3364992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Corrects itself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303520" y="34564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validation: zero rows, bad joins, wrong grain — agent retries up to 3x and saves the lesson.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26280" y="3913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26280" y="3913632"/>
            <a:ext cx="54864" cy="713232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09160" y="4050792"/>
            <a:ext cx="457200" cy="45720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415137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03520" y="39867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Compounds forever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03520" y="42428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thumbs-up becomes a proven pattern. Every thumbs-down becomes an avoid rule.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Dash sits on the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patterns from the best data-agent architectures — packaged for everyone.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54864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0866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in-house data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context layers · Codex-enriched knowledge · closed-loop self-correction · eval-driven QA.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6344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implements the same architecture — faithfully.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807208"/>
            <a:ext cx="82296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807208"/>
            <a:ext cx="54864" cy="886968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2990088"/>
            <a:ext cx="548640" cy="54864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11078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2916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NotebookLM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417320" y="3218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documents. Great for unstructured knowledge.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63440" y="2990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is NotebookLM for databases — structured + documents together.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831336"/>
            <a:ext cx="822960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831336"/>
            <a:ext cx="54864" cy="886968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4014216"/>
            <a:ext cx="548640" cy="54864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134917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17320" y="39410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BagOfWords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417320" y="4242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analytics with a dashboard-first workflow.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663440" y="4014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keeps the agent team pattern + adds per-project persona &amp; workflows.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upload to answer in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journey from raw files to a production-grade data analyst.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57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18872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362" y="271668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Isolated Postgres schema, vectors, and agent team provisioned.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18288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2057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329184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82" y="271668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data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432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PPTX, PDF, DOCX, JSON, SQL. Auto-classified and routed.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8288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63440" y="2057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539496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602" y="271668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Auto-training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4632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11-step pipeline. Codex-enriched knowledge, persona, workflows, evals.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66560" y="18288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766560" y="2057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Shape 20"/>
          <p:cNvSpPr/>
          <p:nvPr/>
        </p:nvSpPr>
        <p:spPr>
          <a:xfrm>
            <a:off x="749808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722" y="271668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&amp; refine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4944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questions. Tabs for analysis / data / SQL / graph. Every click trains.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 rot="5400000">
            <a:off x="2432304" y="2880360"/>
            <a:ext cx="109728" cy="146304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 rot="5400000">
            <a:off x="4535424" y="2880360"/>
            <a:ext cx="109728" cy="146304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 rot="5400000">
            <a:off x="6638544" y="2880360"/>
            <a:ext cx="109728" cy="146304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first trained analyst: 3–8 minutes on a 10-table dataset.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team is a Dash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questions Dash answers on day one — no SQL, no tickets, no waiting.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1353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03088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Ops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spc="2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velocity · forecast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deals slipped from Q2 to Q3, and why?”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737360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737360"/>
            <a:ext cx="54864" cy="1353312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1920240"/>
            <a:ext cx="502920" cy="5029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362" y="203088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11480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spc="2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· variance · close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474720" y="2514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AR aging by segment; flag accounts &gt; 60 days.”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1737360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737360"/>
            <a:ext cx="54864" cy="1353312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2030882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9440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94944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spc="2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· ROI · funnel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309360" y="2514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blended CAC by channel vs last quarter?”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3227832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3227832"/>
            <a:ext cx="54864" cy="1353312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3410712"/>
            <a:ext cx="502920" cy="50292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3521354"/>
            <a:ext cx="281635" cy="28163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3392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280160" y="3639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spc="2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· health · expansion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4008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“Top-20 accounts with NPS drop AND lower usage.”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91840" y="3227832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91840" y="3227832"/>
            <a:ext cx="54864" cy="1353312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474720" y="3410712"/>
            <a:ext cx="502920" cy="50292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362" y="3521354"/>
            <a:ext cx="281635" cy="28163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114800" y="3392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Ops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114800" y="3639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spc="2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· adoption · perf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347472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“WAU by cohort since the new feature shipped?”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126480" y="3227832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26480" y="3227832"/>
            <a:ext cx="54864" cy="1353312"/>
          </a:xfrm>
          <a:prstGeom prst="rect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309360" y="3410712"/>
            <a:ext cx="502920" cy="502920"/>
          </a:xfrm>
          <a:prstGeom prst="ellipse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002" y="3521354"/>
            <a:ext cx="281635" cy="281635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49440" y="33924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/ HR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949440" y="3639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spc="2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· attrition · comp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630936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“Attrition by tenure and level, last 4 quarters.”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revenue review: before vs with Dash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CFO. Same question. One costs four days of analyst time. The other costs ten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690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4069080" cy="457200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4 DAYS · 20+ HRS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3500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email: revenue × region × segment × product.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350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 queue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807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Back-and-forth on metric definitions, segment rules.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8072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264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PM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drafted, wrong joins, re-run, cross-check.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2644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7216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cut approved; paste to Excel, build slides.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7216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1788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41788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from exec → cycle restarts.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178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783080"/>
            <a:ext cx="40690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783080"/>
            <a:ext cx="4069080" cy="45720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· SELF-SERVE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3500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23500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types the question into Dash chat.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18120" y="2350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807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2807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Self-corrected SQL; tabbed answer ready.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8120" y="28072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264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3264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PIN → widget lives in shared dashboard.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32644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7216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3721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“drill into enterprise” → instant.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18120" y="37216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1788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41788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Agent builds PPTX. Analyst never touched it.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18120" y="4178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Dash wins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durable advantages that get stronger with every user interaction.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63040"/>
                <a:gridCol w="146304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86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Schema-aware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self-corrects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Per-project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+ vectors +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Self-learning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10-layer prompt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Auto-evolving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(every 20 chats)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+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at a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Both, unified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+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LLM-graded, versioned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win — rollout and what we 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inside-out expansion plan, paired with a clear stance on where we build vs where we lean on the ecosystem.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6974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Q2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beachhead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pilot teams · flagship projects · daily usage · define the “golden” questions per team.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91640"/>
            <a:ext cx="2697480" cy="54864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Q3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internally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data-heavy teams · governance model · shared workflows · KPI dashboard for Dash itself.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91640"/>
            <a:ext cx="2697480" cy="54864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Q4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design partners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design-partner customers · case studies · price discovery · signal for commercial launch.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08960"/>
            <a:ext cx="54864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456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own the moat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730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orchestration + team pattern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9684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Self-learning + meta-learning loops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Codex-enriched knowledge pipeline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4439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UX (response tabs, workflows)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10896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3108960"/>
            <a:ext cx="54864" cy="160020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7C5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3456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commoditized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730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LLMs via OpenRouter (multi-model)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9684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+ pgvector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Caddy reverse proxy + auto-SSL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0" y="44439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AgentOS runtime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10896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108960"/>
            <a:ext cx="54864" cy="160020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3456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together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3730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SSO: Keycloak / Okta / Google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9684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notifications + webhooks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4206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Embeddings provider (pluggable)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4439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Connector SDK (Q4)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go wrong — and how we've already hedged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risks we take seriously. Each already has architecture or process backing it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141732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965046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828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/ vendor concentration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49040" y="1856232"/>
            <a:ext cx="594360" cy="246888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185623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185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outage or pricing shock halts the product.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5603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multi-model routing · swap provider via config · prompts model-agnostic.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69164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691640"/>
            <a:ext cx="54864" cy="1417320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1874520"/>
            <a:ext cx="411480" cy="41148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46" y="1965046"/>
            <a:ext cx="230429" cy="23042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828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 &amp; compliance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955280" y="1856232"/>
            <a:ext cx="594360" cy="246888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55280" y="185623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46320" y="2185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can't share data without strong isolation guarantees.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46320" y="25603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Postgres schema · read-only enforcement · audit log · on-prem option.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324612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3519526"/>
            <a:ext cx="230429" cy="23042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at scale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3749040" y="3410712"/>
            <a:ext cx="594360" cy="246888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749040" y="34107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0080" y="37398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usage grows, a single confidently-wrong answer damages trust.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00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context + self-correction (3×) + eval pipeline + thumbs-down anti-patterns.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663440" y="324612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63440" y="3246120"/>
            <a:ext cx="54864" cy="141732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846320" y="3429000"/>
            <a:ext cx="411480" cy="41148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846" y="3519526"/>
            <a:ext cx="230429" cy="23042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 change resistance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7955280" y="3410712"/>
            <a:ext cx="594360" cy="246888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955280" y="34107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846320" y="37398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feel threatened; business users default back to tickets.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84632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analysts as Dash power users · seed quick wins · make KPIs auditable.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· KPIs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good looks like — the scoreboard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metrics we should commit to and review monthly.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135331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 pass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LLM-graded, weekly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54864" cy="135331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Self-correction attempt-3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agent is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37360"/>
            <a:ext cx="54864" cy="135331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70%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395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Thumbs-up feedback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679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30-day average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27832"/>
            <a:ext cx="54864" cy="135331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37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10s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P95 first-token latency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696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streaming start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227832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27832"/>
            <a:ext cx="54864" cy="135331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337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3×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474720" y="3886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reuse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1696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uses per saved pattern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227832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227832"/>
            <a:ext cx="54864" cy="1353312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337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309360" y="3886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completion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1696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dash_training_runs success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the next 6 months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the moat: deeper reasoning, more connectors, more enterprise controls.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 &amp; Scale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58775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Tenant-level rate limits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02666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07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failover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465576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467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for analytics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04488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856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SSO: Okta, Google Workspace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78308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783080"/>
            <a:ext cx="2697480" cy="50292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1874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 the Brain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2587752"/>
            <a:ext cx="109728" cy="109728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(personas)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3026664"/>
            <a:ext cx="109728" cy="109728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907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Code-interpreter analyst 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465576"/>
            <a:ext cx="109728" cy="109728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3467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federated query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3904488"/>
            <a:ext cx="109728" cy="109728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7856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Dashboard-as-workflow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178308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783080"/>
            <a:ext cx="2697480" cy="50292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1874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Platform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55080" y="2587752"/>
            <a:ext cx="109728" cy="109728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connector SDK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3026664"/>
            <a:ext cx="109728" cy="109728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907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for insights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3465576"/>
            <a:ext cx="109728" cy="109728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3467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embed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3904488"/>
            <a:ext cx="109728" cy="109728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37856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org management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114800" cy="4114800"/>
          </a:xfrm>
          <a:prstGeom prst="ellipse">
            <a:avLst/>
          </a:prstGeom>
          <a:solidFill>
            <a:srgbClr val="162152"/>
          </a:solidFill>
          <a:ln w="12700">
            <a:solidFill>
              <a:srgbClr val="1621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put Dash in front of every analyst.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" cy="36576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2697480" cy="2194560"/>
          </a:xfrm>
          <a:prstGeom prst="rect">
            <a:avLst/>
          </a:prstGeom>
          <a:solidFill>
            <a:srgbClr val="16215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269748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500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77440" y="235000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8082" y="2460650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8986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with 3 internal teams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Ops, Finance, Marketing. 60-day structured rollout.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2148840"/>
            <a:ext cx="2697480" cy="2194560"/>
          </a:xfrm>
          <a:prstGeom prst="rect">
            <a:avLst/>
          </a:prstGeom>
          <a:solidFill>
            <a:srgbClr val="16215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2148840"/>
            <a:ext cx="269748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3500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212080" y="235000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722" y="2460650"/>
            <a:ext cx="281635" cy="28163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28986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2 platform engineers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6616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 reliability, one on connectors. Pays back in Q3.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2148840"/>
            <a:ext cx="2697480" cy="2194560"/>
          </a:xfrm>
          <a:prstGeom prst="rect">
            <a:avLst/>
          </a:prstGeom>
          <a:solidFill>
            <a:srgbClr val="16215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26480" y="2148840"/>
            <a:ext cx="269748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0" y="23500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046720" y="235000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362" y="2460650"/>
            <a:ext cx="281635" cy="28163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28986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external beta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0080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5 customers. Case studies by year-end.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answered makes the next one faster. Let's start compounding today.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62152"/>
          </a:solidFill>
          <a:ln w="12700">
            <a:solidFill>
              <a:srgbClr val="162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457200"/>
            <a:ext cx="3108960" cy="3108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deep-dive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" cy="36576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Agents · Intelligence stack · Training · Evaluation · Frontend · Security · 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topology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SvelteKit on top of a pooled PostgreSQL brain. Designed for horizontal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A6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109728" cy="73152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8249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SvelteKit (CLI aesthetic)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Dashboards · Knowledge Graph · Command Center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tabs  ·  Workflow picker  ·  Dashboard panel  ·  Approval cards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109728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0545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— FastAPI · AgentOS · 4 Uvicorn workers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72491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Projects · Upload · Rules · Dashboards · Learning · Export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 endpoints  ·  RBAC  ·  Audit log  ·  Streaming  ·  Sanitized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5C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109728" cy="73152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841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— AgentOS team (Leader → Analyst · Engineer · Researcher)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context layers · self-correction · meta-learning · auto-evolve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FAST/DEEP  ·  Judge  ·  Proactive insights  ·  Evolved instructions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C86A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109728" cy="548640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5137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PgBouncer (transaction pooling)  →  PostgreSQL (schemas + pgvector)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437083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system tables · NullPool for project engines · scram-sha-256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ISOLATION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brain per project, zero data bleed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gets a dedicated schema, vector index, agent team, and persona.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934870"/>
            <a:ext cx="153619" cy="1536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Project: Sales Ops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 schema (isolated)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pgvector knowledge index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team + persona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rules + memories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patterns + evals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preferences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0" y="1783080"/>
            <a:ext cx="269748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C5CD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91840" y="1783080"/>
            <a:ext cx="2697480" cy="45720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74520"/>
            <a:ext cx="274320" cy="2743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70" y="1934870"/>
            <a:ext cx="153619" cy="15361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Project: Finance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7472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 schema (isolated)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7472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pgvector knowledge index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7472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team + persona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7472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rules + memories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7472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patterns + evals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7472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preferences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26480" y="1783080"/>
            <a:ext cx="269748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3BA6A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1783080"/>
            <a:ext cx="2697480" cy="45720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09360" y="1874520"/>
            <a:ext cx="274320" cy="27432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10" y="1934870"/>
            <a:ext cx="153619" cy="15361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294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Project: Marketing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09360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 schema (isolated)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0936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pgvector knowledge index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30936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team + persona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30936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rules + memories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3093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patterns + evals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30936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preferences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PgBouncer · system tables (users, projects, audit) · embeddings model · agent runtime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AGENTS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behind every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delegates to specialists. Each specialist has its own tools, memory, and failure modes.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65860" y="2423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561" y="25438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&amp; Synthesizer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429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FAST vs DEEP, routes to the right specialist, composes the final response, cites sources.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32888" y="1783080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32888" y="1783080"/>
            <a:ext cx="1965960" cy="45720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1576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1548" y="2423160"/>
            <a:ext cx="548640" cy="54864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249" y="254386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24328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&amp; Reasoning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15768" y="3429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SQL, forecasting, self-correction loop (3x retry), value inspection, cross-validation.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08576" y="1783080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08576" y="1783080"/>
            <a:ext cx="1965960" cy="45720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91456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17236" y="2423160"/>
            <a:ext cx="548640" cy="54864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937" y="254386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0016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&amp; Dashboards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91456" y="3429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views from proven patterns, builds dashboards programmatically, saves computed artifacts.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684264" y="1783080"/>
            <a:ext cx="19659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84264" y="1783080"/>
            <a:ext cx="1965960" cy="45720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67144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92924" y="2423160"/>
            <a:ext cx="548640" cy="54864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625" y="2543861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75704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RAG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867144" y="3429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for PPTX, PDF, DOCX. Reads extracted text + vision-described images + tables.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LAYER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 context layers — matching OpenAI's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the Analyst prompt on every single query. Each layer earns its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3852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05922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1847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Usage + Proven Patterns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queries by frequency, auto-materialized as views at 3+ uses.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73736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737360"/>
            <a:ext cx="54864" cy="96012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938528"/>
            <a:ext cx="548640" cy="54864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21" y="205922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532120" y="1847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Annotations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override LLM column descriptions where they know better.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83464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834640"/>
            <a:ext cx="54864" cy="96012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3035808"/>
            <a:ext cx="548640" cy="54864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156509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32588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Codex-Enriched Knowledge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32588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grain, PKs, FKs, cardinality, usage, freshness per table.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63440" y="283464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63440" y="2834640"/>
            <a:ext cx="54864" cy="96012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46320" y="3035808"/>
            <a:ext cx="548640" cy="54864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021" y="3156509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463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553212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Knowledge (RAG)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53212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hybrid search — semantic + keyword — over everything.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393192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7200" y="3931920"/>
            <a:ext cx="54864" cy="960120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40080" y="4133088"/>
            <a:ext cx="548640" cy="54864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4253789"/>
            <a:ext cx="307238" cy="30723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008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1325880" y="4041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(3 scopes)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325880" y="4343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· project · global. Learning-approval gated writes.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663440" y="393192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663440" y="3931920"/>
            <a:ext cx="54864" cy="960120"/>
          </a:xfrm>
          <a:prstGeom prst="rect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846320" y="4133088"/>
            <a:ext cx="548640" cy="548640"/>
          </a:xfrm>
          <a:prstGeom prst="ellipse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021" y="4253789"/>
            <a:ext cx="307238" cy="30723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84632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5532120" y="4041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Introspection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5532120" y="4343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introspect_schema + SELECT DISTINCT when the agent hits an unknown.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TRAINING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11-step auto-training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upload and every retrain. Fully tracked in dash_training_runs for live UI progress.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83794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Check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231343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258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78892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7340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2644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2095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Generation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85032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73989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685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 + Synthesis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21538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Discovery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1783080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183794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1783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Re-index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2258568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64992" y="231343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2258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Fill (7 layers)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2734056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64992" y="278892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9040" y="27340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Knowledge (6)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3209544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32644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49040" y="32095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91840" y="3685032"/>
            <a:ext cx="2651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4992" y="373989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49040" y="3685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Enrich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26480" y="1783080"/>
            <a:ext cx="2560320" cy="2880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1783080"/>
            <a:ext cx="256032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1947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training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55080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tone + vocab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55080" y="2743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from data shape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55080" y="3108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55080" y="3474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0" y="3474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pairs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55080" y="3840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+ KPIs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15200" y="3840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+ formulas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355080" y="4206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0" y="4206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mistakes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KNOWLEDGE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Codex-enriched knowledge — per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upload, Dash runs parallel LLM tasks to build deep semantic models of every 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02" y="203088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table exists — the business reason.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73736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1568" y="1920240"/>
            <a:ext cx="502920" cy="5029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10" y="20308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Grain + Keys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95928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row represents, and the primary key.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71616" y="1737360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08776" y="1920240"/>
            <a:ext cx="502920" cy="50292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418" y="203088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3136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803136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keys, cardinality, hidden joins.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2807208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2990088"/>
            <a:ext cx="502920" cy="50292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" y="3100730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2944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Patterns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88720" y="32186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analysts typically query it in practice.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64408" y="2807208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01568" y="2990088"/>
            <a:ext cx="502920" cy="50292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2210" y="3100730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95928" y="2944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Alternate Tables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995928" y="32186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the aggregated version instead.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71616" y="2807208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08776" y="2990088"/>
            <a:ext cx="502920" cy="502920"/>
          </a:xfrm>
          <a:prstGeom prst="ellipse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418" y="3100730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03136" y="2944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803136" y="32186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it refreshes — hourly, daily, weekly.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57200" y="3877056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94360" y="40599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02" y="4170578"/>
            <a:ext cx="281635" cy="28163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88720" y="40142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Descriptions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188720" y="42885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meaning, not just data types.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264408" y="3877056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401568" y="4059936"/>
            <a:ext cx="502920" cy="5029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2210" y="4170578"/>
            <a:ext cx="281635" cy="28163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995928" y="40142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+ Rules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3995928" y="42885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formulas + constraints.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6071616" y="3877056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6208776" y="4059936"/>
            <a:ext cx="502920" cy="50292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418" y="4170578"/>
            <a:ext cx="281635" cy="281635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803136" y="40142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Notes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6803136" y="428853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Null-heavy columns, known anomalies, caveats.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SELF-CORRECTION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Closed-loop validation — agent fixes its own mistakes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result is checked. Zero rows? Errors? Suspicious numbers? Investigate, fix, retry — up to 3 attempts, then save the learning.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14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5146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21680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57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&amp; validate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880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SQL, executes, checks result shape. Flags zero rows, errors, or suspicious aggregates.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828800"/>
            <a:ext cx="2514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828800"/>
            <a:ext cx="2514600" cy="54864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057400"/>
            <a:ext cx="502920" cy="5029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922" y="216804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2057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2336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 &amp; fix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83280" y="2880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Introspects schema, inspects distinct values, fixes joins/filters. Cross-validates with COUNT(*).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852160" y="1828800"/>
            <a:ext cx="25146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52160" y="1828800"/>
            <a:ext cx="2514600" cy="54864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2057400"/>
            <a:ext cx="502920" cy="50292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402" y="2168042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2057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72084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approach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080760" y="2880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Abandons the path. Tries a different table, join, or aggregation. Saves learning for next time.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 rot="5400000">
            <a:off x="2999232" y="2834640"/>
            <a:ext cx="128016" cy="164592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rot="5400000">
            <a:off x="5696712" y="2834640"/>
            <a:ext cx="128016" cy="164592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becomes training data. Meta-learning tracks which strategies work for which errors.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LEARNING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click trains the next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feedback, patterns, rules, insights — all captured after every chat, non-blocking in the background.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31920" y="2560320"/>
            <a:ext cx="1280160" cy="12801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4C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58468"/>
            <a:ext cx="2194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458468"/>
            <a:ext cx="54864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56819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954" y="1678838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51960" y="15316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Score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51960" y="18059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+ category + confidence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77291" y="2146554"/>
            <a:ext cx="2194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77291" y="2146554"/>
            <a:ext cx="54864" cy="73152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41883" y="2256282"/>
            <a:ext cx="502920" cy="5029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526" y="2366924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54531" y="221970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Suggestion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54531" y="249402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extracted by LLM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177291" y="3522726"/>
            <a:ext cx="2194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77291" y="3522726"/>
            <a:ext cx="54864" cy="73152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41883" y="3632454"/>
            <a:ext cx="502920" cy="50292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526" y="3743096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54531" y="359587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Insights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954531" y="387019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anomaly detection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474720" y="4210812"/>
            <a:ext cx="2194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474720" y="4210812"/>
            <a:ext cx="54864" cy="73152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39312" y="4320540"/>
            <a:ext cx="502920" cy="50292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954" y="4431182"/>
            <a:ext cx="281635" cy="28163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251960" y="42839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Plan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251960" y="45582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joins · filters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772149" y="3522726"/>
            <a:ext cx="2194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772149" y="3522726"/>
            <a:ext cx="54864" cy="731520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936741" y="3632454"/>
            <a:ext cx="502920" cy="50292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383" y="3743096"/>
            <a:ext cx="281635" cy="28163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549389" y="359587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Meta-Learning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2549389" y="387019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strategy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772149" y="2146554"/>
            <a:ext cx="21945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1772149" y="2146554"/>
            <a:ext cx="54864" cy="731520"/>
          </a:xfrm>
          <a:prstGeom prst="rect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936741" y="2256282"/>
            <a:ext cx="502920" cy="502920"/>
          </a:xfrm>
          <a:prstGeom prst="ellipse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7383" y="2366924"/>
            <a:ext cx="281635" cy="28163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549389" y="221970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Auto-Evolve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2549389" y="249402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20 chats → new rules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PROMPT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layers injected into every Analyst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institutional knowledge compounds — context, not model size, wins.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Query Patterns (top 8 by usage)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93976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93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939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Responses (last 5 thumbs-up)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04872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04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404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Patterns (last 3 thumbs-down)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15768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15768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15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715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Memories (project + global)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26664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26664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26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0266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Annotations (expert overrides)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37560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JOIN Strategies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648456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48456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48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6484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(chart, tab, detail)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959352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959352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59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39593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Strategies (meta rates)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270248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70248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70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270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Instructions (versioned)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581144"/>
            <a:ext cx="594360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3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581144"/>
            <a:ext cx="4572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81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5840" y="45811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Rules (KPIs, calculations, metrics)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37960" y="1783080"/>
            <a:ext cx="214884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1783080"/>
            <a:ext cx="214884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wins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75120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copilots ship a static prompt. Dash composes a dynamic prompt per query, per user, per project — from audited, grounded sources.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75120" y="3520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→ less hallucination → faster convergence to a correct answer.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LLM-graded eval pipeline — on every release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auto-generates Q&amp;A pairs. We grade them continuously and track regressions.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508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1508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1680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Pair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67128" y="1874520"/>
            <a:ext cx="1508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67128" y="1874520"/>
            <a:ext cx="1508760" cy="54864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70048" y="2057400"/>
            <a:ext cx="502920" cy="50292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690" y="216804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58568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258568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SQL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877056" y="1874520"/>
            <a:ext cx="1508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77056" y="1874520"/>
            <a:ext cx="1508760" cy="54864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79976" y="2057400"/>
            <a:ext cx="502920" cy="50292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618" y="216804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68496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68496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+ expected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586984" y="1874520"/>
            <a:ext cx="1508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86984" y="1874520"/>
            <a:ext cx="1508760" cy="54864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089904" y="2057400"/>
            <a:ext cx="502920" cy="50292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546" y="216804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78424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678424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+ SQL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296912" y="1874520"/>
            <a:ext cx="1508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96912" y="1874520"/>
            <a:ext cx="1508760" cy="54864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99832" y="2057400"/>
            <a:ext cx="502920" cy="50292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474" y="2168042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88352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388352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1–5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 rot="5400000">
            <a:off x="1984248" y="2560320"/>
            <a:ext cx="128016" cy="164592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 rot="5400000">
            <a:off x="3694176" y="2560320"/>
            <a:ext cx="128016" cy="164592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 rot="5400000">
            <a:off x="5404104" y="2560320"/>
            <a:ext cx="128016" cy="164592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 rot="5400000">
            <a:off x="7114032" y="2560320"/>
            <a:ext cx="128016" cy="164592"/>
          </a:xfrm>
          <a:prstGeom prst="rtTriangle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57200" y="37947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57200" y="3794760"/>
            <a:ext cx="109728" cy="685800"/>
          </a:xfrm>
          <a:prstGeom prst="rect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8580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1508760" y="38679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4–5 · exact/partial match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246120" y="37947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246120" y="3794760"/>
            <a:ext cx="109728" cy="68580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47472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9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4297680" y="38679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2–3 · correct direction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6035040" y="37947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035040" y="3794760"/>
            <a:ext cx="109728" cy="685800"/>
          </a:xfrm>
          <a:prstGeom prst="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26364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</a:t>
            </a:r>
            <a:endParaRPr lang="en-US" sz="1600" dirty="0"/>
          </a:p>
        </p:txBody>
      </p:sp>
      <p:sp>
        <p:nvSpPr>
          <p:cNvPr id="50" name="Text 43"/>
          <p:cNvSpPr/>
          <p:nvPr/>
        </p:nvSpPr>
        <p:spPr>
          <a:xfrm>
            <a:off x="7086600" y="38679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· diverges · logged to eval_history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portfolio — 74 shipped, grouped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production code behind a shipped capability, not a plan.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691640"/>
            <a:ext cx="2651760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0" y="1691640"/>
            <a:ext cx="265176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capabilities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Codex-enriched knowledge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 (3× retry)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Auto-evolving instructions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insights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learning transfer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Agent-created dashboards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Agent v2 (McKinsey-style)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4242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for chart images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Terminal-inspired, executive-friendly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aesthetic that signals engineering rigor — on a modern SvelteKit frontend.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3911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15981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Tabs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Data · Query · Graph on every answer.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039112"/>
            <a:ext cx="548640" cy="54864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215981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Picker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20624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saved multi-step analyses sequentially.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7830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2039112"/>
            <a:ext cx="548640" cy="54864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215981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1965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Modes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040880" y="22860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FAST / DEEP toggle — user controls speed vs depth.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2461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502152"/>
            <a:ext cx="548640" cy="54864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362285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Approval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371600" y="3749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memory writes — user approves.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91840" y="32461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20440" y="3502152"/>
            <a:ext cx="548640" cy="548640"/>
          </a:xfrm>
          <a:prstGeom prst="ellipse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141" y="3622853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0624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Panel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206240" y="3749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BagOfWords-style side panel, PPTX export.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26480" y="32461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55080" y="3502152"/>
            <a:ext cx="548640" cy="548640"/>
          </a:xfrm>
          <a:prstGeom prst="ellipse">
            <a:avLst/>
          </a:prstGeom>
          <a:solidFill>
            <a:srgbClr val="7A86A6"/>
          </a:solidFill>
          <a:ln w="12700">
            <a:solidFill>
              <a:srgbClr val="7A86A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781" y="3622853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3429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Center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040880" y="3749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view: users, projects, logs, schemas, chats, health.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Hardened for enterprise from day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demo. Twenty-plus concrete controls, shipping today in 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54864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2056486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Access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permissions (viewer / editor / admin)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542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Keycloak / OIDC SSO optional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27523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check_project_permission on 36+ endpoints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296265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cache with TTL cleanup, 5K cap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178308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783080"/>
            <a:ext cx="54864" cy="1417320"/>
          </a:xfrm>
          <a:prstGeom prst="rect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1965960"/>
            <a:ext cx="411480" cy="411480"/>
          </a:xfrm>
          <a:prstGeom prst="ellipse">
            <a:avLst/>
          </a:prstGeom>
          <a:solidFill>
            <a:srgbClr val="7C5CD1"/>
          </a:solidFill>
          <a:ln w="12700">
            <a:solidFill>
              <a:srgbClr val="7C5CD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46" y="2056486"/>
            <a:ext cx="230429" cy="23042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Safety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46320" y="2331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isolation per project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46320" y="25420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Read-only PostgreSQL enforced for Analyst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846320" y="27523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Parameterized SQL, view validation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46320" y="296265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 traversal protection on file endpoints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333756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3BA6A0"/>
          </a:solidFill>
          <a:ln w="12700">
            <a:solidFill>
              <a:srgbClr val="3BA6A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3610966"/>
            <a:ext cx="230429" cy="23042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3502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&amp; Host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0080" y="3886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Caddy reverse proxy + auto-SSL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0080" y="40965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HSTS, X-Frame-Options, XSS, nosniff headers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0080" y="43068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Non-root Docker user, 512M Caddy cap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40080" y="451713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scram-sha-256 (upgraded from md5)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663440" y="3337560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63440" y="3337560"/>
            <a:ext cx="54864" cy="1417320"/>
          </a:xfrm>
          <a:prstGeom prst="rect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846320" y="3520440"/>
            <a:ext cx="411480" cy="411480"/>
          </a:xfrm>
          <a:prstGeom prst="ellipse">
            <a:avLst/>
          </a:prstGeom>
          <a:solidFill>
            <a:srgbClr val="B3913F"/>
          </a:solidFill>
          <a:ln w="12700">
            <a:solidFill>
              <a:srgbClr val="B3913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846" y="3610966"/>
            <a:ext cx="230429" cy="23042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502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Hygiene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846320" y="3886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Prompt-injection sanitization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846320" y="40965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Bounded thread pool (max 5), 5-min cap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846320" y="43068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details hidden from clients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846320" y="451713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AGNO_DEBUG=False in production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3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100+ concurrent users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pooling, streaming uploads, bounded concurrency — all in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92024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workers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737360"/>
            <a:ext cx="192024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737360"/>
            <a:ext cx="192024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92024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192024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" y="38679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chunks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3063240"/>
            <a:ext cx="192024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3063240"/>
            <a:ext cx="192024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606040" y="38679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393192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737360"/>
            <a:ext cx="3931920" cy="54864"/>
          </a:xfrm>
          <a:prstGeom prst="rect">
            <a:avLst/>
          </a:prstGeom>
          <a:solidFill>
            <a:srgbClr val="F4C86A"/>
          </a:solidFill>
          <a:ln w="12700">
            <a:solidFill>
              <a:srgbClr val="F4C8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 primitives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23134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(transaction mode)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2313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API conns share a small pool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6791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NullPool for project engines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2679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per-project connection leaks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0449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resilience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3044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pool_pre_ping + pool_recycle = auto-heal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4107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team cache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3410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Lock-protected, no duplicate warmups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7764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reverse proxy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Auto-SSL, HTTP/2, 512M memory limit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41422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background jobs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4142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rules, insights all async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·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873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Dash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 — The AI Data Agent Platform</dc:title>
  <dc:subject>PptxGenJS Presentation</dc:subject>
  <dc:creator>Dash Product Team</dc:creator>
  <cp:lastModifiedBy>Dash Product Team</cp:lastModifiedBy>
  <cp:revision>1</cp:revision>
  <dcterms:created xsi:type="dcterms:W3CDTF">2026-04-22T06:13:40Z</dcterms:created>
  <dcterms:modified xsi:type="dcterms:W3CDTF">2026-04-22T06:13:40Z</dcterms:modified>
</cp:coreProperties>
</file>